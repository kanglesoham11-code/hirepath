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League Spart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PDDWeOINyQ7KRAjgOaJC7GjxA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LeagueSpartan-regular.fntdata"/><Relationship Id="rId15" Type="http://schemas.openxmlformats.org/officeDocument/2006/relationships/font" Target="fonts/LeagueSpart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0" y="9439921"/>
            <a:ext cx="18288000" cy="847079"/>
            <a:chOff x="0" y="-192881"/>
            <a:chExt cx="24384000" cy="1129439"/>
          </a:xfrm>
        </p:grpSpPr>
        <p:grpSp>
          <p:nvGrpSpPr>
            <p:cNvPr id="87" name="Google Shape;87;p1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" name="Google Shape;90;p1"/>
            <p:cNvSpPr txBox="1"/>
            <p:nvPr/>
          </p:nvSpPr>
          <p:spPr>
            <a:xfrm>
              <a:off x="10107116" y="276158"/>
              <a:ext cx="46248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699450" y="2839149"/>
            <a:ext cx="14836800" cy="6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3867" lvl="1" marL="587733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7"/>
              <a:buFont typeface="Arial"/>
              <a:buChar char="•"/>
            </a:pPr>
            <a:r>
              <a:rPr b="0" i="0" lang="en-US" sz="324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Title -  </a:t>
            </a:r>
            <a:endParaRPr/>
          </a:p>
          <a:p>
            <a:pPr indent="-293867" lvl="1" marL="587733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7"/>
              <a:buFont typeface="Arial"/>
              <a:buChar char="•"/>
            </a:pPr>
            <a:r>
              <a:rPr b="0" i="0" lang="en-US" sz="324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endParaRPr/>
          </a:p>
          <a:p>
            <a:pPr indent="-293867" lvl="1" marL="587733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7"/>
              <a:buFont typeface="Arial"/>
              <a:buChar char="•"/>
            </a:pPr>
            <a:r>
              <a:rPr b="0" i="0" lang="en-US" sz="324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Domain- 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1 (Team Leader) -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2 - 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3 - </a:t>
            </a:r>
            <a:endParaRPr/>
          </a:p>
          <a:p>
            <a:pPr indent="-286870" lvl="1" marL="573739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70"/>
              <a:buFont typeface="Arial"/>
              <a:buChar char="•"/>
            </a:pPr>
            <a:r>
              <a:rPr b="0" i="0" lang="en-US" sz="317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4 -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4226150" y="3421675"/>
            <a:ext cx="3818192" cy="4114800"/>
          </a:xfrm>
          <a:custGeom>
            <a:rect b="b" l="l" r="r" t="t"/>
            <a:pathLst>
              <a:path extrusionOk="0" h="4114800" w="3818192">
                <a:moveTo>
                  <a:pt x="0" y="0"/>
                </a:moveTo>
                <a:lnTo>
                  <a:pt x="3818192" y="0"/>
                </a:lnTo>
                <a:lnTo>
                  <a:pt x="3818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6484207" y="282717"/>
            <a:ext cx="51393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5979413" y="646668"/>
            <a:ext cx="61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5543689" y="1180805"/>
            <a:ext cx="7200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708763" y="1412018"/>
            <a:ext cx="6499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Details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0" y="9439921"/>
            <a:ext cx="18288000" cy="847079"/>
            <a:chOff x="0" y="-192881"/>
            <a:chExt cx="24384000" cy="1129439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08" name="Google Shape;108;p2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2"/>
            <p:cNvSpPr txBox="1"/>
            <p:nvPr/>
          </p:nvSpPr>
          <p:spPr>
            <a:xfrm>
              <a:off x="10107116" y="218618"/>
              <a:ext cx="47264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 1</a:t>
              </a:r>
              <a:endParaRPr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5448476" y="13558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301782" y="1355842"/>
            <a:ext cx="968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3"/>
          <p:cNvGrpSpPr/>
          <p:nvPr/>
        </p:nvGrpSpPr>
        <p:grpSpPr>
          <a:xfrm>
            <a:off x="0" y="9439921"/>
            <a:ext cx="18288000" cy="847079"/>
            <a:chOff x="0" y="-192881"/>
            <a:chExt cx="24384000" cy="1129439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25" name="Google Shape;125;p3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" name="Google Shape;126;p3"/>
            <p:cNvSpPr txBox="1"/>
            <p:nvPr/>
          </p:nvSpPr>
          <p:spPr>
            <a:xfrm>
              <a:off x="10107116" y="218618"/>
              <a:ext cx="47264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 1</a:t>
              </a:r>
              <a:endParaRPr/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5448476" y="13558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4301782" y="1578142"/>
            <a:ext cx="968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Objectives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9" name="Google Shape;139;p4"/>
          <p:cNvGrpSpPr/>
          <p:nvPr/>
        </p:nvGrpSpPr>
        <p:grpSpPr>
          <a:xfrm>
            <a:off x="0" y="9439921"/>
            <a:ext cx="18288000" cy="885178"/>
            <a:chOff x="0" y="-192881"/>
            <a:chExt cx="24384000" cy="1180237"/>
          </a:xfrm>
        </p:grpSpPr>
        <p:grpSp>
          <p:nvGrpSpPr>
            <p:cNvPr id="140" name="Google Shape;140;p4"/>
            <p:cNvGrpSpPr/>
            <p:nvPr/>
          </p:nvGrpSpPr>
          <p:grpSpPr>
            <a:xfrm>
              <a:off x="0" y="-192881"/>
              <a:ext cx="24384000" cy="1180237"/>
              <a:chOff x="0" y="-38100"/>
              <a:chExt cx="4816593" cy="233133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0" y="10034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42" name="Google Shape;142;p4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" name="Google Shape;143;p4"/>
            <p:cNvSpPr txBox="1"/>
            <p:nvPr/>
          </p:nvSpPr>
          <p:spPr>
            <a:xfrm>
              <a:off x="10107116" y="218618"/>
              <a:ext cx="4726484" cy="478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448476" y="13558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4408354" y="1355852"/>
            <a:ext cx="910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Solution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55" name="Google Shape;155;p5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5"/>
          <p:cNvGrpSpPr/>
          <p:nvPr/>
        </p:nvGrpSpPr>
        <p:grpSpPr>
          <a:xfrm>
            <a:off x="0" y="9439921"/>
            <a:ext cx="18288000" cy="1052481"/>
            <a:chOff x="0" y="-192881"/>
            <a:chExt cx="24384000" cy="1403309"/>
          </a:xfrm>
        </p:grpSpPr>
        <p:grpSp>
          <p:nvGrpSpPr>
            <p:cNvPr id="157" name="Google Shape;157;p5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58" name="Google Shape;158;p5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59" name="Google Shape;159;p5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" name="Google Shape;160;p5"/>
            <p:cNvSpPr txBox="1"/>
            <p:nvPr/>
          </p:nvSpPr>
          <p:spPr>
            <a:xfrm>
              <a:off x="10107116" y="218617"/>
              <a:ext cx="4726484" cy="991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5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5448476" y="1355655"/>
            <a:ext cx="7124524" cy="2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2616024" y="1577944"/>
            <a:ext cx="1305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5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499337" y="116363"/>
            <a:ext cx="1282745" cy="1461645"/>
          </a:xfrm>
          <a:custGeom>
            <a:rect b="b" l="l" r="r" t="t"/>
            <a:pathLst>
              <a:path extrusionOk="0" h="1461645" w="1282745">
                <a:moveTo>
                  <a:pt x="0" y="0"/>
                </a:moveTo>
                <a:lnTo>
                  <a:pt x="1282745" y="0"/>
                </a:lnTo>
                <a:lnTo>
                  <a:pt x="1282745" y="1461645"/>
                </a:lnTo>
                <a:lnTo>
                  <a:pt x="0" y="1461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428" l="-19452" r="-19452" t="-5475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16135246" y="143735"/>
            <a:ext cx="2152754" cy="1434273"/>
          </a:xfrm>
          <a:custGeom>
            <a:rect b="b" l="l" r="r" t="t"/>
            <a:pathLst>
              <a:path extrusionOk="0" h="1434273" w="2152754">
                <a:moveTo>
                  <a:pt x="0" y="0"/>
                </a:moveTo>
                <a:lnTo>
                  <a:pt x="2152754" y="0"/>
                </a:lnTo>
                <a:lnTo>
                  <a:pt x="2152754" y="1434273"/>
                </a:lnTo>
                <a:lnTo>
                  <a:pt x="0" y="1434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p6"/>
          <p:cNvGrpSpPr/>
          <p:nvPr/>
        </p:nvGrpSpPr>
        <p:grpSpPr>
          <a:xfrm>
            <a:off x="0" y="9439921"/>
            <a:ext cx="18288000" cy="1095904"/>
            <a:chOff x="0" y="-192881"/>
            <a:chExt cx="24384000" cy="1461205"/>
          </a:xfrm>
        </p:grpSpPr>
        <p:grpSp>
          <p:nvGrpSpPr>
            <p:cNvPr id="174" name="Google Shape;174;p6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75" name="Google Shape;175;p6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76" name="Google Shape;176;p6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" name="Google Shape;177;p6"/>
            <p:cNvSpPr txBox="1"/>
            <p:nvPr/>
          </p:nvSpPr>
          <p:spPr>
            <a:xfrm>
              <a:off x="10107095" y="218624"/>
              <a:ext cx="5834100" cy="1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</a:t>
              </a:r>
              <a:r>
                <a:rPr lang="en-US" sz="2131">
                  <a:solidFill>
                    <a:srgbClr val="FFFFFF"/>
                  </a:solidFill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6"/>
          <p:cNvSpPr txBox="1"/>
          <p:nvPr/>
        </p:nvSpPr>
        <p:spPr>
          <a:xfrm>
            <a:off x="6388994" y="457767"/>
            <a:ext cx="5139339" cy="3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Education Society’s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5884201" y="821718"/>
            <a:ext cx="6148925" cy="3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College of Engineering,Pune -05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5448476" y="1355855"/>
            <a:ext cx="7124524" cy="222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7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(AN AUTONOMOUS INSTITUTE AFFILIATED TO SAVITRIBAI PHULE PUNE UNIVERSITY)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3663268" y="1578007"/>
            <a:ext cx="1005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6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Feasibility &amp; Viability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7"/>
          <p:cNvGrpSpPr/>
          <p:nvPr/>
        </p:nvGrpSpPr>
        <p:grpSpPr>
          <a:xfrm>
            <a:off x="499337" y="116363"/>
            <a:ext cx="17788663" cy="1461645"/>
            <a:chOff x="0" y="0"/>
            <a:chExt cx="23718217" cy="1948860"/>
          </a:xfrm>
        </p:grpSpPr>
        <p:sp>
          <p:nvSpPr>
            <p:cNvPr id="189" name="Google Shape;189;p7"/>
            <p:cNvSpPr/>
            <p:nvPr/>
          </p:nvSpPr>
          <p:spPr>
            <a:xfrm>
              <a:off x="0" y="0"/>
              <a:ext cx="1710327" cy="1948860"/>
            </a:xfrm>
            <a:custGeom>
              <a:rect b="b" l="l" r="r" t="t"/>
              <a:pathLst>
                <a:path extrusionOk="0" h="1948860" w="1710327">
                  <a:moveTo>
                    <a:pt x="0" y="0"/>
                  </a:moveTo>
                  <a:lnTo>
                    <a:pt x="1710327" y="0"/>
                  </a:lnTo>
                  <a:lnTo>
                    <a:pt x="1710327" y="1948860"/>
                  </a:lnTo>
                  <a:lnTo>
                    <a:pt x="0" y="1948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6428" l="-19452" r="-19452" t="-5475"/>
              </a:stretch>
            </a:blipFill>
            <a:ln>
              <a:noFill/>
            </a:ln>
          </p:spPr>
        </p:sp>
        <p:sp>
          <p:nvSpPr>
            <p:cNvPr id="190" name="Google Shape;190;p7"/>
            <p:cNvSpPr txBox="1"/>
            <p:nvPr/>
          </p:nvSpPr>
          <p:spPr>
            <a:xfrm>
              <a:off x="7852876" y="467906"/>
              <a:ext cx="6852453" cy="46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Progressive Education Society’s</a:t>
              </a:r>
              <a:endParaRPr/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7179819" y="956348"/>
              <a:ext cx="8198566" cy="503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Modern College of Engineering,Pune -05</a:t>
              </a:r>
              <a:endParaRPr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6598852" y="1622849"/>
              <a:ext cx="9499365" cy="306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(AN AUTONOMOUS INSTITUTE AFFILIATED TO SAVITRIBAI PHULE PUNE UNIVERSITY)</a:t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20847878" y="36497"/>
              <a:ext cx="2870339" cy="1912363"/>
            </a:xfrm>
            <a:custGeom>
              <a:rect b="b" l="l" r="r" t="t"/>
              <a:pathLst>
                <a:path extrusionOk="0" h="1912363" w="2870339">
                  <a:moveTo>
                    <a:pt x="0" y="0"/>
                  </a:moveTo>
                  <a:lnTo>
                    <a:pt x="2870339" y="0"/>
                  </a:lnTo>
                  <a:lnTo>
                    <a:pt x="2870339" y="1912363"/>
                  </a:lnTo>
                  <a:lnTo>
                    <a:pt x="0" y="19123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94" name="Google Shape;194;p7"/>
          <p:cNvGrpSpPr/>
          <p:nvPr/>
        </p:nvGrpSpPr>
        <p:grpSpPr>
          <a:xfrm>
            <a:off x="0" y="9439921"/>
            <a:ext cx="18288000" cy="1052482"/>
            <a:chOff x="0" y="-192881"/>
            <a:chExt cx="24384000" cy="1403309"/>
          </a:xfrm>
        </p:grpSpPr>
        <p:grpSp>
          <p:nvGrpSpPr>
            <p:cNvPr id="195" name="Google Shape;195;p7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196" name="Google Shape;196;p7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197" name="Google Shape;197;p7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" name="Google Shape;198;p7"/>
            <p:cNvSpPr txBox="1"/>
            <p:nvPr/>
          </p:nvSpPr>
          <p:spPr>
            <a:xfrm>
              <a:off x="10107116" y="218617"/>
              <a:ext cx="4624884" cy="991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7"/>
          <p:cNvSpPr txBox="1"/>
          <p:nvPr/>
        </p:nvSpPr>
        <p:spPr>
          <a:xfrm>
            <a:off x="4383240" y="1421960"/>
            <a:ext cx="915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51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 &amp; Benefits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8"/>
          <p:cNvGrpSpPr/>
          <p:nvPr/>
        </p:nvGrpSpPr>
        <p:grpSpPr>
          <a:xfrm>
            <a:off x="499337" y="116363"/>
            <a:ext cx="17788663" cy="1466561"/>
            <a:chOff x="0" y="0"/>
            <a:chExt cx="23718217" cy="1955414"/>
          </a:xfrm>
        </p:grpSpPr>
        <p:sp>
          <p:nvSpPr>
            <p:cNvPr id="207" name="Google Shape;207;p8"/>
            <p:cNvSpPr/>
            <p:nvPr/>
          </p:nvSpPr>
          <p:spPr>
            <a:xfrm>
              <a:off x="0" y="0"/>
              <a:ext cx="1710327" cy="1948860"/>
            </a:xfrm>
            <a:custGeom>
              <a:rect b="b" l="l" r="r" t="t"/>
              <a:pathLst>
                <a:path extrusionOk="0" h="1948860" w="1710327">
                  <a:moveTo>
                    <a:pt x="0" y="0"/>
                  </a:moveTo>
                  <a:lnTo>
                    <a:pt x="1710327" y="0"/>
                  </a:lnTo>
                  <a:lnTo>
                    <a:pt x="1710327" y="1948860"/>
                  </a:lnTo>
                  <a:lnTo>
                    <a:pt x="0" y="1948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6428" l="-19452" r="-19452" t="-5475"/>
              </a:stretch>
            </a:blipFill>
            <a:ln>
              <a:noFill/>
            </a:ln>
          </p:spPr>
        </p:sp>
        <p:sp>
          <p:nvSpPr>
            <p:cNvPr id="208" name="Google Shape;208;p8"/>
            <p:cNvSpPr txBox="1"/>
            <p:nvPr/>
          </p:nvSpPr>
          <p:spPr>
            <a:xfrm>
              <a:off x="7852876" y="467906"/>
              <a:ext cx="6852453" cy="46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Progressive Education Society’s</a:t>
              </a:r>
              <a:endParaRPr/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7179819" y="956348"/>
              <a:ext cx="8198566" cy="503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Modern College of Engineering,Pune -05</a:t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6598852" y="1659007"/>
              <a:ext cx="9499365" cy="29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7" u="none" cap="none" strike="noStrik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(AN AUTONOMOUS INSTITUTE AFFILIATED TO SAVITRIBAI PHULE PUNE UNIVERSITY)</a:t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20847878" y="36497"/>
              <a:ext cx="2870339" cy="1912363"/>
            </a:xfrm>
            <a:custGeom>
              <a:rect b="b" l="l" r="r" t="t"/>
              <a:pathLst>
                <a:path extrusionOk="0" h="1912363" w="2870339">
                  <a:moveTo>
                    <a:pt x="0" y="0"/>
                  </a:moveTo>
                  <a:lnTo>
                    <a:pt x="2870339" y="0"/>
                  </a:lnTo>
                  <a:lnTo>
                    <a:pt x="2870339" y="1912363"/>
                  </a:lnTo>
                  <a:lnTo>
                    <a:pt x="0" y="19123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2" name="Google Shape;212;p8"/>
          <p:cNvGrpSpPr/>
          <p:nvPr/>
        </p:nvGrpSpPr>
        <p:grpSpPr>
          <a:xfrm>
            <a:off x="0" y="9439921"/>
            <a:ext cx="18288000" cy="1052482"/>
            <a:chOff x="0" y="-192881"/>
            <a:chExt cx="24384000" cy="1403309"/>
          </a:xfrm>
        </p:grpSpPr>
        <p:grpSp>
          <p:nvGrpSpPr>
            <p:cNvPr id="213" name="Google Shape;213;p8"/>
            <p:cNvGrpSpPr/>
            <p:nvPr/>
          </p:nvGrpSpPr>
          <p:grpSpPr>
            <a:xfrm>
              <a:off x="0" y="-192881"/>
              <a:ext cx="24384000" cy="1129439"/>
              <a:chOff x="0" y="-38100"/>
              <a:chExt cx="4816593" cy="223099"/>
            </a:xfrm>
          </p:grpSpPr>
          <p:sp>
            <p:nvSpPr>
              <p:cNvPr id="214" name="Google Shape;214;p8"/>
              <p:cNvSpPr/>
              <p:nvPr/>
            </p:nvSpPr>
            <p:spPr>
              <a:xfrm>
                <a:off x="0" y="0"/>
                <a:ext cx="4816592" cy="184999"/>
              </a:xfrm>
              <a:custGeom>
                <a:rect b="b" l="l" r="r" t="t"/>
                <a:pathLst>
                  <a:path extrusionOk="0" h="184999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84999"/>
                    </a:lnTo>
                    <a:lnTo>
                      <a:pt x="0" y="184999"/>
                    </a:lnTo>
                    <a:close/>
                  </a:path>
                </a:pathLst>
              </a:custGeom>
              <a:solidFill>
                <a:srgbClr val="FD4B43"/>
              </a:solidFill>
              <a:ln>
                <a:noFill/>
              </a:ln>
            </p:spPr>
          </p:sp>
          <p:sp>
            <p:nvSpPr>
              <p:cNvPr id="215" name="Google Shape;215;p8"/>
              <p:cNvSpPr txBox="1"/>
              <p:nvPr/>
            </p:nvSpPr>
            <p:spPr>
              <a:xfrm>
                <a:off x="0" y="-38100"/>
                <a:ext cx="4816593" cy="223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8"/>
            <p:cNvSpPr txBox="1"/>
            <p:nvPr/>
          </p:nvSpPr>
          <p:spPr>
            <a:xfrm>
              <a:off x="10107116" y="218617"/>
              <a:ext cx="4726484" cy="991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PRAGYANTRA  ROUND - 1</a:t>
              </a:r>
              <a:endParaRPr/>
            </a:p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8"/>
          <p:cNvSpPr/>
          <p:nvPr/>
        </p:nvSpPr>
        <p:spPr>
          <a:xfrm>
            <a:off x="-7175" y="3836010"/>
            <a:ext cx="18302361" cy="5466717"/>
          </a:xfrm>
          <a:custGeom>
            <a:rect b="b" l="l" r="r" t="t"/>
            <a:pathLst>
              <a:path extrusionOk="0" h="5466717" w="20564451">
                <a:moveTo>
                  <a:pt x="0" y="0"/>
                </a:moveTo>
                <a:lnTo>
                  <a:pt x="20564451" y="0"/>
                </a:lnTo>
                <a:lnTo>
                  <a:pt x="20564451" y="5466716"/>
                </a:lnTo>
                <a:lnTo>
                  <a:pt x="0" y="546671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"/>
          <p:cNvSpPr txBox="1"/>
          <p:nvPr/>
        </p:nvSpPr>
        <p:spPr>
          <a:xfrm>
            <a:off x="4369262" y="3429000"/>
            <a:ext cx="10048800" cy="23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1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Thank</a:t>
            </a:r>
            <a:r>
              <a:rPr b="1" lang="en-US" sz="15011">
                <a:latin typeface="Times"/>
                <a:ea typeface="Times"/>
                <a:cs typeface="Times"/>
                <a:sym typeface="Times"/>
              </a:rPr>
              <a:t>-</a:t>
            </a:r>
            <a:r>
              <a:rPr b="1" i="0" lang="en-US" sz="15011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You!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1782082" y="116363"/>
            <a:ext cx="2244334" cy="1588686"/>
          </a:xfrm>
          <a:custGeom>
            <a:rect b="b" l="l" r="r" t="t"/>
            <a:pathLst>
              <a:path extrusionOk="0" h="1588686" w="2244334">
                <a:moveTo>
                  <a:pt x="0" y="0"/>
                </a:moveTo>
                <a:lnTo>
                  <a:pt x="2244334" y="0"/>
                </a:lnTo>
                <a:lnTo>
                  <a:pt x="2244334" y="1588686"/>
                </a:lnTo>
                <a:lnTo>
                  <a:pt x="0" y="158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8"/>
          <p:cNvSpPr/>
          <p:nvPr/>
        </p:nvSpPr>
        <p:spPr>
          <a:xfrm>
            <a:off x="15317902" y="108192"/>
            <a:ext cx="817344" cy="1410037"/>
          </a:xfrm>
          <a:custGeom>
            <a:rect b="b" l="l" r="r" t="t"/>
            <a:pathLst>
              <a:path extrusionOk="0" h="1410037" w="817344">
                <a:moveTo>
                  <a:pt x="0" y="0"/>
                </a:moveTo>
                <a:lnTo>
                  <a:pt x="817344" y="0"/>
                </a:lnTo>
                <a:lnTo>
                  <a:pt x="817344" y="1410037"/>
                </a:lnTo>
                <a:lnTo>
                  <a:pt x="0" y="141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