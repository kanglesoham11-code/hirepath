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828800"/>
            <a:ext cx="548640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3200" b="1" i="0">
                <a:solidFill>
                  <a:srgbClr val="1E293B"/>
                </a:solidFill>
                <a:latin typeface="Aptos"/>
              </a:rPr>
              <a:t>Scholarship Hunter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