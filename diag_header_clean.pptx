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ean_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749808" cy="749808"/>
          </a:xfrm>
          <a:prstGeom prst="rect">
            <a:avLst/>
          </a:prstGeom>
        </p:spPr>
      </p:pic>
      <p:pic>
        <p:nvPicPr>
          <p:cNvPr id="4" name="Picture 3" descr="clean_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"/>
            <a:ext cx="852569" cy="603504"/>
          </a:xfrm>
          <a:prstGeom prst="rect">
            <a:avLst/>
          </a:prstGeom>
        </p:spPr>
      </p:pic>
      <p:pic>
        <p:nvPicPr>
          <p:cNvPr id="5" name="Picture 4" descr="clean_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1" y="109728"/>
            <a:ext cx="392264" cy="676656"/>
          </a:xfrm>
          <a:prstGeom prst="rect">
            <a:avLst/>
          </a:prstGeom>
        </p:spPr>
      </p:pic>
      <p:pic>
        <p:nvPicPr>
          <p:cNvPr id="6" name="Picture 5" descr="clean_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45720"/>
            <a:ext cx="1965960" cy="1313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